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677" autoAdjust="0"/>
    <p:restoredTop sz="94660"/>
  </p:normalViewPr>
  <p:slideViewPr>
    <p:cSldViewPr snapToGrid="0">
      <p:cViewPr>
        <p:scale>
          <a:sx n="150" d="100"/>
          <a:sy n="150" d="100"/>
        </p:scale>
        <p:origin x="17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98A0-F089-AD42-9FC7-F7B1E6D09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92A72-2AF9-F4E9-457D-8AEB47EFC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152F5-DDAD-B935-8C66-38185049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EB919-8E6B-274A-82EA-24474BAC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B192A-449C-481C-CD65-D0C0FEE4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730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03CC-B6D6-9B90-D8AF-CC26EA62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51A1-FF29-76A1-C4CD-A118B1E96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2CE90-7D97-D52B-1E93-96CB1AF3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AECE2-6FE1-894A-4DC9-11745031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1A79E-533E-BB38-8E5E-11108997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20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A695-6CDB-5B73-2903-2E3034CC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72B04-2B95-8A13-7C48-064158A9A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9050D-7D03-B27E-F7DF-76A9E98A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C15A2-9A51-AA5E-8A21-A1D39015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D52F8-4878-CD8D-C0D2-B2C10EBC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6079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8A00-DA01-1383-0E56-4734C5A8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B4D90-F397-ED86-96DE-58A9AE9CA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14C5E-677B-9FFE-7E17-63471716F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6E205-AB8B-5E09-EAD9-F4ACBE71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CD2DF-8B19-815D-B8F2-3DF35556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3AD7E-DD27-AAE0-31E2-3831B40D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34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C7B8-E578-9456-08BC-B1D5899E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09D74-FA2A-B89C-33C1-8AD4C9A23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96D55-A3EE-BF3E-1BDD-A9781DEB5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C7C8C-7B39-2D94-8313-6BC1F91A5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5D1C6-0DD2-85BA-8AB7-63C18E241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F89D7-3459-83F8-3FA8-F3ABE512F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86B8F-4874-C38A-3CB2-06768C1A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8570B-EEB9-6662-E839-6A2D130A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95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C2F3-3F71-2559-61E9-0F5BE895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044A3-53C3-E8B5-1713-43FD9217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0D5E4-2BE0-EBAE-D0AF-B1639486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CCCF5-65C5-E32A-5D80-A9678123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56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75E55-E6C2-7CA4-5222-7EA922AD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03CAD-E266-BDC3-288A-DBF190A4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8DBD5-E052-1DC3-4614-1C4AEEDD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7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8BFDC-D4F4-FD9D-5917-BA7626CB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C9E4-3C9C-00EC-89F6-4117E6B4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28A79-ED6D-88D8-18DB-26F683CA3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82817-E9BA-6AAC-4A99-BAD36CE6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E6BD1-0968-49A3-8B26-01102600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23C4E-8DA2-0DC1-10AB-9940E4BC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999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7D48-10CE-BA13-4585-6E92568A2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8F26E-08D6-D568-7878-642E624F9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0F0C0-0D26-534E-8A00-A0D7E60E7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FFEF6-99CB-7896-2849-9306244D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0F4A3-76B5-2F7B-AA8D-9A0F7F1E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91D9-78ED-4210-6BC3-FD3517A3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983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0EA2E-9ED5-BE99-A48E-26902E89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6989F-65D7-27BF-E6DD-B34854FE4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AA72-B119-020B-78F1-43CE8E56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F3F00-370D-1F10-1333-B444D00F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FC156-FEC8-96ED-598B-71E27A7F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618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E76F6-1DB1-8E08-029E-103B13123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AD309-E3C8-453B-471F-062AE654F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8927E-CE24-7E5B-69E1-EE38981E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3F3E6-E53B-389E-0819-D96A9A8A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052B3-FD82-0FA5-79DC-8C7E9E86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2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24E0E-80E7-E433-0E71-1F470C515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16B0F-1034-A300-13EB-418E90FCA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C96E5-DE35-9850-8A72-D2A4CE7A7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EE5B0-0616-460F-A3A1-D0C672F9C312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F955C-98BC-A900-658C-A6B5F7ECA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58409-A2F8-7B9C-6289-B472EB2E4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15133-4675-42F1-ABB7-5DB505B3D4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9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22E59AE-E549-A254-4FFE-45C6BCEC2933}"/>
              </a:ext>
            </a:extLst>
          </p:cNvPr>
          <p:cNvSpPr txBox="1"/>
          <p:nvPr/>
        </p:nvSpPr>
        <p:spPr>
          <a:xfrm>
            <a:off x="2146300" y="3378200"/>
            <a:ext cx="32095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1">
                <a:solidFill>
                  <a:schemeClr val="accent5">
                    <a:lumMod val="75000"/>
                  </a:schemeClr>
                </a:solidFill>
              </a:rPr>
              <a:t>You’re free to name them the way you want.</a:t>
            </a:r>
            <a:br>
              <a:rPr lang="en-US" sz="1050" noProof="1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050" noProof="1">
                <a:solidFill>
                  <a:schemeClr val="accent5">
                    <a:lumMod val="75000"/>
                  </a:schemeClr>
                </a:solidFill>
              </a:rPr>
              <a:t>ALTHOUGH, following naming convention is better…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37011-AD66-8A2C-C8B6-57AFF46008AE}"/>
              </a:ext>
            </a:extLst>
          </p:cNvPr>
          <p:cNvSpPr txBox="1"/>
          <p:nvPr/>
        </p:nvSpPr>
        <p:spPr>
          <a:xfrm>
            <a:off x="1235122" y="3059668"/>
            <a:ext cx="30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>
                <a:solidFill>
                  <a:schemeClr val="accent6">
                    <a:lumMod val="50000"/>
                  </a:schemeClr>
                </a:solidFill>
              </a:rPr>
              <a:t>TYPE</a:t>
            </a:r>
            <a:r>
              <a:rPr lang="en-US" noProof="1"/>
              <a:t> 	</a:t>
            </a:r>
            <a:r>
              <a:rPr lang="en-US" b="1" noProof="1">
                <a:solidFill>
                  <a:schemeClr val="accent5">
                    <a:lumMod val="50000"/>
                  </a:schemeClr>
                </a:solidFill>
              </a:rPr>
              <a:t>variableName</a:t>
            </a:r>
            <a:r>
              <a:rPr lang="en-US" noProof="1"/>
              <a:t> 	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2A97E4-73B5-BD1D-0996-FF58DD6ADBBC}"/>
              </a:ext>
            </a:extLst>
          </p:cNvPr>
          <p:cNvCxnSpPr/>
          <p:nvPr/>
        </p:nvCxnSpPr>
        <p:spPr>
          <a:xfrm>
            <a:off x="1276350" y="3378200"/>
            <a:ext cx="57785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71E16D-A999-0A49-E2D7-436569A5890D}"/>
              </a:ext>
            </a:extLst>
          </p:cNvPr>
          <p:cNvCxnSpPr>
            <a:cxnSpLocks/>
          </p:cNvCxnSpPr>
          <p:nvPr/>
        </p:nvCxnSpPr>
        <p:spPr>
          <a:xfrm>
            <a:off x="2192861" y="3378200"/>
            <a:ext cx="1558205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667F6C-1B3A-E6A7-FAC2-C028C6B2D2E8}"/>
              </a:ext>
            </a:extLst>
          </p:cNvPr>
          <p:cNvSpPr txBox="1"/>
          <p:nvPr/>
        </p:nvSpPr>
        <p:spPr>
          <a:xfrm>
            <a:off x="1244600" y="3904481"/>
            <a:ext cx="28793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1">
                <a:solidFill>
                  <a:schemeClr val="accent6"/>
                </a:solidFill>
              </a:rPr>
              <a:t>What will the variable be? </a:t>
            </a:r>
            <a:br>
              <a:rPr lang="en-US" sz="1050" noProof="1">
                <a:solidFill>
                  <a:schemeClr val="accent6"/>
                </a:solidFill>
              </a:rPr>
            </a:br>
            <a:r>
              <a:rPr lang="en-US" sz="1050" noProof="1">
                <a:solidFill>
                  <a:schemeClr val="accent6"/>
                </a:solidFill>
              </a:rPr>
              <a:t>A number, a character, a complex structure…?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FD96A6-C42C-10E0-0E91-3373F031A753}"/>
              </a:ext>
            </a:extLst>
          </p:cNvPr>
          <p:cNvCxnSpPr>
            <a:cxnSpLocks/>
          </p:cNvCxnSpPr>
          <p:nvPr/>
        </p:nvCxnSpPr>
        <p:spPr>
          <a:xfrm>
            <a:off x="1565275" y="3429000"/>
            <a:ext cx="0" cy="47548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58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VANDAMME Simon</dc:creator>
  <cp:lastModifiedBy>VANDAMME Simon</cp:lastModifiedBy>
  <cp:revision>4</cp:revision>
  <dcterms:created xsi:type="dcterms:W3CDTF">2025-10-01T00:57:42Z</dcterms:created>
  <dcterms:modified xsi:type="dcterms:W3CDTF">2025-10-01T05:37:59Z</dcterms:modified>
</cp:coreProperties>
</file>